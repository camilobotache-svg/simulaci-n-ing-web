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62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1E21B-AF01-18DC-63F8-5C95404CE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7894AF-7F9B-FCED-8FC4-88291B0BC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578AF5-6C68-B1AD-D333-35163939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176FB1-57C6-5354-8B65-98027595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66F6F-AE12-B668-6C03-3DAD775C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100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995D7-F799-C67F-2EB7-0FB2B942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14516E-5804-DA37-A4B8-3B9F910B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FC4447-6AF6-B6AC-5289-502DB6EC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F5B86A-E75B-7486-9C9A-F000B27C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14E8F3-53B7-4DD3-3B7A-7E740A94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404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DA4F1-EE7B-4755-43C2-4EC4CD73A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C147E3-B7CB-8CA4-8772-B3EE102B0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254A4A-7E12-EBE2-28B7-6E2632E4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A6B1E3-9A15-0893-87B6-7895C83F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9A62FC-D3AA-8E42-DBEE-00DA1EE5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452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D8AAD-7E2F-EAF9-70A4-C611CAED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15CA05-27D6-1A15-BF84-0019D2F5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13175C-F2B5-2DB7-A115-A2E3D4D6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F427F6-23F6-A5D4-D510-8C423554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1152A5-CA34-398F-A736-CDDD8F74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A21EE4-2B0F-CB87-FD58-3B7218E4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334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E6ECE-A756-5B06-CED8-9CC45DA26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7136EE-C16A-E1E1-7C70-D1D508B3D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73437D-0073-7C1B-27F7-461C5FCAC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1AA2DB-F9AD-BA7D-773E-ABA6A4249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789A470-6437-4D40-B4D7-DD24CCBC3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1491B1-82A2-4C13-9CD5-3DFE76A8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5E199AC-437A-2E81-26D5-73E8B9F4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759E2A7-2A6F-F746-57CA-BDD99E661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778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5D0F9-87C7-00FF-DFC7-1C870BBC3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1D3489E-B452-DBC9-2E9B-CE760426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F33A8C-F594-A9BB-9746-8ABE3F45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077D80-C561-23C7-1914-B3DF0B15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70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847116-7E6B-04B5-27AC-DF8ED4EE2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52BADC-787E-6061-A3C4-21F31BE5B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389180-8215-A5B8-3E32-66EB4056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638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AE653-3105-7D71-FABF-53EA1605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3A2D4B-C484-69E9-E975-DE0A7FE5D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8176FB-3F1D-D0DD-FFDB-661C07693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DA868F-70C7-3D3F-B2C9-838C7D2A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1F4825-C9D6-6FCC-9522-6BC73C47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3343CF-A13E-2DEB-84EA-179E6262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4305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C9A79-B646-DF74-8876-1CB75FD8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12E38C-ACB9-7B4F-C869-BFC61E8BDB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214EC1-862B-2748-C361-FDB3F1EE6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33AA06-E230-530F-E248-A37AAA69A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FF4F8C-59A6-F73E-E7AA-624E0181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3E1F04-D12A-32CD-F683-66812AC6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595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DE5E3-AF61-E404-8F10-540C333E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67F285-E4E6-AF98-2B86-755F782EC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DFAC4B-21FA-0611-F618-8B918104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084CCD-EF46-211C-A4FE-49A91848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09500D-B713-7D02-0A5A-613B0E90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394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BBE442-4E55-FF8B-5922-5332CF258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9B52A5-A9DE-BFDE-C399-CA80F8540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AF992D-668D-1933-64FA-2A33AB18F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E53670-6F63-97F0-B90A-D36216EA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88047C-0F8F-AF75-E236-84DFB3AD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72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E01D34-8AC9-A20C-8595-83742D294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E49FC3-9A1B-4D6D-C5C7-9D7B15CD7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228F74-9ED7-D636-E40B-992BE9F38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77298-464E-45F6-A6DC-02C1400A11C0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495267-E46D-2B47-21A4-66AF14092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67DA22-BC60-77C2-E699-B9C756F55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BEDED-542F-4041-BCE2-4F2000466E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407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931B42C-74CA-FA73-5699-A606BD3CA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9"/>
            <a:ext cx="12192000" cy="683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526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3BBE-8F30-58DC-FA4C-64BD6DFBF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D096CF-45EC-51DC-D73A-E2F71A55D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49"/>
            <a:ext cx="12192000" cy="683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88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57E0-0269-A437-BAE3-BB8BB25E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1C2174C-23A2-5E3E-FEA5-B58FE2E17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63"/>
            <a:ext cx="12192000" cy="682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49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9827-4832-93FF-4198-7750BDF0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6A527C-806A-5778-B583-61BC6322B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51"/>
            <a:ext cx="12192000" cy="681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18C0-62A3-F86B-9C9B-5C04DF83A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3ED38C-15BF-5AC5-42B7-103A875EA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0"/>
            <a:ext cx="12192000" cy="68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63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1C69-67AC-D5E6-DB38-91EFF1E77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F4F89B-8244-45C3-730D-E7845B610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73"/>
            <a:ext cx="12192000" cy="68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52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50AEA-0D59-586A-2873-EB8E0AC1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44FE36A-1118-C02A-8D56-C8884F6AE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3"/>
            <a:ext cx="12192000" cy="684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44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37F43-69F4-970A-E763-6181552A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4113262-379F-068D-8DB9-0B2ED5BF2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8"/>
            <a:ext cx="12192000" cy="683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72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A686-1120-79AC-91DA-8AA90086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EDF2B16-3483-12A8-5A1D-C28ABAE73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6"/>
            <a:ext cx="12192000" cy="68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52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56FF-83C9-AE71-8E4C-30D935C5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1EC302-004E-3588-0A26-FD3614C27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3"/>
            <a:ext cx="12192000" cy="685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05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36C69-1F8E-6EBA-D0DB-98D2AE6DC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9ECBA5-7A91-8F31-C76D-0761779CB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0"/>
            <a:ext cx="12192000" cy="68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12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6B64-BF77-BB06-6DB4-D704B708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418B2E-B284-2569-B981-3C3DDA3A4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9"/>
            <a:ext cx="12192000" cy="683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46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335B-0423-7924-91A7-42BB1137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3425D2-CBDF-D8F3-DC47-B84D9BACE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7"/>
            <a:ext cx="12192000" cy="685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63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7E1D9-88AB-12C7-41EE-C90A0E812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3F6DF7-EF68-9305-6E8B-A2558727E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9"/>
            <a:ext cx="12192000" cy="683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71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7A72-7DE1-4093-2B0E-DEB98925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824472-D571-72C2-1CD0-3DC331B03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9"/>
            <a:ext cx="12192000" cy="683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59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313DE-DF71-81B9-CB68-25883B01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9732367-F609-FF40-A5F2-E2E5CBD64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0"/>
            <a:ext cx="12723628" cy="684127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A91DD7A-313F-8180-7D7A-38F8D797B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73" y="1956391"/>
            <a:ext cx="6189023" cy="461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30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1678C-6911-EEC8-3AD6-045FBC3E6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874389-B45A-8D30-A040-82CB8637D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13"/>
            <a:ext cx="12192000" cy="682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57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64FC-3292-1E6A-6192-49BFA9FD7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FB29EE8-3805-F81E-1FD0-027FB9FE1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4"/>
            <a:ext cx="12192000" cy="68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78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7FF6-96DD-777D-88DC-E1325214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68A02DE-7018-7210-5A44-B2F0BFBD1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88"/>
            <a:ext cx="12192000" cy="682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68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556EE-0867-BD43-2A66-FD23889E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942D6E-880B-5BDE-4D2D-F31DC8798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0"/>
            <a:ext cx="12192000" cy="684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98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23ECD-6B58-D8A7-6FB2-68B6D43B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CE433A-D307-510F-DA4A-4A54E6E4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2"/>
            <a:ext cx="12192000" cy="684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9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9D0C-D7A7-D11C-2718-E74248E6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3A30A4-A9FB-F908-C882-CAAA48B39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88"/>
            <a:ext cx="12192000" cy="683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66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12AC-5A0E-B38F-AF4D-233C8E34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E10D58-4FC1-5E9D-505A-6C5718D5E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49"/>
            <a:ext cx="12192000" cy="683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88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A18E8-4BB0-E735-A463-8EF069582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10E7EF-FF29-34CF-20BF-940BA219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86"/>
            <a:ext cx="12192000" cy="681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285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0</Words>
  <Application>Microsoft Macintosh PowerPoint</Application>
  <PresentationFormat>Panorámica</PresentationFormat>
  <Paragraphs>0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Andres Escalante Vargas</dc:creator>
  <cp:lastModifiedBy>JOHN</cp:lastModifiedBy>
  <cp:revision>3</cp:revision>
  <dcterms:created xsi:type="dcterms:W3CDTF">2026-09-29T14:42:09Z</dcterms:created>
  <dcterms:modified xsi:type="dcterms:W3CDTF">2026-09-30T21:01:08Z</dcterms:modified>
</cp:coreProperties>
</file>